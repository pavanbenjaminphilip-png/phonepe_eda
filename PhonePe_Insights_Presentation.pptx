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A29BFE"/>
                </a:solidFill>
              </a:rPr>
              <a:t>📈 PhonePe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Transaction Insights &amp;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E72"/>
                </a:solidFill>
              </a:rPr>
              <a:t>SQL-Powered Business Intelligence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12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Pavan Benjamin Philip  |  PhonePe Pulse EDA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29BFE"/>
                </a:solidFill>
              </a:rPr>
              <a:t>Data: 2018 – 2023  |  9 SQL Tables  |  All Indian States &amp; 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1920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</a:rPr>
              <a:t>💰 Total Transaction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₹345.5T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73152" cy="1920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</a:rPr>
              <a:t>🔢 Total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₹235.3B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3949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73152" cy="1920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</a:rPr>
              <a:t>👥 Registered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₹8.9B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74720"/>
            <a:ext cx="53949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73152" cy="1920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29BFE"/>
                </a:solidFill>
              </a:rPr>
              <a:t>🛡️ Insurance 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₹1.5Cr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36E72"/>
                </a:solidFill>
              </a:rPr>
              <a:t>Top State: telangana  |  Top Brand: Xiaomi  |  Top Category: Peer-to-peer payments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CB6E"/>
                </a:solidFill>
              </a:rPr>
              <a:t>🎯 Core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Analyze digital payment dynamics in India: understand transaction volumes, user engagement patterns, and insurance adoption across all states and districts.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39"/>
            <a:ext cx="1124712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39"/>
            <a:ext cx="73152" cy="146304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CB6E"/>
                </a:solidFill>
              </a:rPr>
              <a:t>📦 Data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899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PhonePe Pulse GitHub dataset covering 2018–2023, transformed into 9 structured SQL tables (Aggregated, Map, Top) covering Transactions, Users, and Insurance.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73152" cy="146304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CB6E"/>
                </a:solidFill>
              </a:rPr>
              <a:t>💼 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Identify top-performing regions, track YoY growth, detect anomalies, segment users by device, and optimize marketing investments across India's digital payment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💸 Transaction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9BFE"/>
                </a:solidFill>
              </a:rPr>
              <a:t>SQL Query Used: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14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</a:rPr>
              <a:t>SELECT Transaction_type, SUM(Transaction_amount) AS Total_Amount, SUM(Transaction_count) AS Total_Count
FROM aggregated_transaction
WHERE Year=2023 AND Quarter=4
GROUP BY Transaction_type ORDER BY Total_Amount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E"/>
                </a:solidFill>
              </a:rPr>
              <a:t>Key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📊 Merchant Payments and Peer-to-Peer (P2P) transfers account for ~78% of all transaction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🏆 Maharashtra, Karnataka, and Telangana are consistently the top 3 states by transaction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📈 Average transaction value increased from ₹1,200 (2018) to ₹3,800 (2023) — 3x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⚡ Q4 consistently shows the highest transaction volumes, driven by festive season spending.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🔍 Recharge &amp; Bill Payments: highest transaction count but lower per-transaction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🗺️ Geographical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9BFE"/>
                </a:solidFill>
              </a:rPr>
              <a:t>SQL Query Used: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4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</a:rPr>
              <a:t>SELECT State, SUM(Amount) AS Total_Amount, SUM(Count) AS Total_Count
FROM map_transaction WHERE Year=2023 AND Quarter=4
GROUP BY State ORDER BY Total_Amount DESC LIMIT 10;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E"/>
                </a:solidFill>
              </a:rPr>
              <a:t>Key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🏙️ Top 5 States (Maharashtra, Karnataka, Telangana, UP, Delhi) account for 52% of national transaction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🏘️ Metro districts drive value; Tier-2 cities drive volume — different strategies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📍 Bangalore Urban district alone accounts for ~8% of Karnataka's total digital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7433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🚀 North-East states show fastest YoY growth rate in transaction count (&gt;120% YoY in 2022).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💡 Rural districts in Bihar and UP show rising adoption — emerging market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👥 User Engagement &amp; 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9BFE"/>
                </a:solidFill>
              </a:rPr>
              <a:t>SQL Query Used: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4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</a:rPr>
              <a:t>SELECT Brand, SUM(Transaction_count) AS Users, AVG(Percentage)*100 AS Market_Share
FROM aggregated_user WHERE Year=2022 AND Quarter=4 AND Brand IS NOT NULL
GROUP BY Brand ORDER BY Users DESC 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E"/>
                </a:solidFill>
              </a:rPr>
              <a:t>Key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📱 #Xiaomi is the #1 mobile brand for PhonePe users — key hardware partnership opportunity.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📊 Top 3 brands (Xiaomi, Samsung, Vivo) account for ~60% of all PhonePe user 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📉 Brand-level data only available up to 2022 — PhonePe stopped public brand reporting.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7433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🌆 UP, Maharashtra, and Rajasthan have the highest absolute registered user 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📱 App Opens metric shows strong engagement — avg 4.2 opens/user/quarter in metro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🛡️ Insurance Sector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9BFE"/>
                </a:solidFill>
              </a:rPr>
              <a:t>SQL Query Used: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4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</a:rPr>
              <a:t>SELECT State, SUM(Transaction_amount) AS Revenue, SUM(Transaction_count) AS Policies
FROM aggregated_insurance WHERE Year=2023 AND Quarter=4
GROUP BY State ORDER BY Revenue DESC LIMIT 10;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E"/>
                </a:solidFill>
              </a:rPr>
              <a:t>Key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📈 Insurance policies on PhonePe grew ₹1.5Cr total since 2020 — explosive post-pandemic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🥇 Karnataka leads in insurance premium revenue, followed by Maharashtra and Andhra Pradesh.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🚀 Insurance YoY growth rate (2021-2023): &gt;200% — fastest growing segment on the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7433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📌 Average insurance premium per transaction: ~₹1,850 — higher than regular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🎯 South Indian states show 3x higher insurance penetration vs national average.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📈 Trend Analysis &amp; Growth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9BFE"/>
                </a:solidFill>
              </a:rPr>
              <a:t>SQL Query Used: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143000"/>
          </a:xfrm>
          <a:prstGeom prst="rect">
            <a:avLst/>
          </a:prstGeom>
          <a:solidFill>
            <a:srgbClr val="14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</a:rPr>
              <a:t>SELECT a.Year, ROUND((SUM(a.Transaction_amount)-SUM(b.Transaction_amount))
    /SUM(b.Transaction_amount)*100,1) AS YoY_Growth_Pct
FROM aggregated_transaction a
LEFT JOIN aggregated_transaction b
  ON a.State=b.State AND a.Transaction_type=b.Transaction_type AND a.Year=b.Year+1 AND a.Quarter=b.Quarter
GROUP BY a.Year ORDER BY a.Year;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E"/>
                </a:solidFill>
              </a:rPr>
              <a:t>Key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🚀 2023 YoY Growth in transaction value: 47.0% — strong momentum.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216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📉 Q1 2020 showed -12% dip due to COVID-19 lockdowns — largest recorded decline.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7997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🔁 Q2 2020 onward: steepest digital adoption curve — lockdowns accelerated cashless habits.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3834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📊 Q4 is consistently the highest quarter every year — festive &amp; year-end spending.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967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⚠️ Sudden quarterly spikes may indicate promotional campaigns or potential anomaly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💼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9601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</a:rPr>
              <a:t>🎯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Target high-value states (MH, KA, TG) with premium merchant offers; use brand data for device-specific UX optimizations.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11430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73152" cy="9601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</a:rPr>
              <a:t>🗺️ Geo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Prioritize Tier-2 districts in UP, Bihar, and North-East for agent-led onboarding — high growth potential with low penetration.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36976"/>
            <a:ext cx="11430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236976"/>
            <a:ext cx="73152" cy="9601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82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</a:rPr>
              <a:t>🛡️ Insurance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Partner with insurers for embedded insurance in high-frequency transaction flows — South India is the readiest market.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52544"/>
            <a:ext cx="11430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352544"/>
            <a:ext cx="73152" cy="9601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982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</a:rPr>
              <a:t>📱 Partnership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097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Deepen integration with Xiaomi &amp; Samsung ecosystem to capture ~60% of existing user base through device-level promotions.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68112"/>
            <a:ext cx="11430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468112"/>
            <a:ext cx="73152" cy="9601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5138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</a:rPr>
              <a:t>📅 Seasonal Campaigns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925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Double marketing spend in Q4 — consistent peak across all years. Run fraud monitoring intensively during Q4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29BFE"/>
                </a:solidFill>
              </a:rPr>
              <a:t>✅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This project successfully demonstrates end-to-end data engineering and analytics on PhonePe Pulse data.
Using SQL queries across 9 structured tables, we uncovered actionable insights on transaction growth,
geographical distribution, user behavior, and insurance adoption across India (2018–2023).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920240" cy="16459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9202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 SQL Tables Engineered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3200400"/>
            <a:ext cx="1920240" cy="16459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3200400"/>
            <a:ext cx="19202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59" y="3383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6+ Business Cases Analyzed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3200400"/>
            <a:ext cx="1920240" cy="16459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59" y="3200400"/>
            <a:ext cx="19202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3383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20+ Visualizations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3200400"/>
            <a:ext cx="1920240" cy="16459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79" y="3200400"/>
            <a:ext cx="19202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599" y="3383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Interactive Streamlit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200400"/>
            <a:ext cx="1920240" cy="164592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3200400"/>
            <a:ext cx="19202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383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 Business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Pavan Benjamin Philip  |  PhonePe Pulse EDA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29BFE"/>
                </a:solidFill>
              </a:rPr>
              <a:t>GitHub: github.com/pavanbenjaminphilip-png/Phonepe_EDA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